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[ENTER IN CHARACTER — straight back, salute the audience.]
Comrades. Esteemed delegates of the Goatmire Soviet of Elixir Enthusiasts.
I bring greetings from the Central Committee of Schedulers.
[Pause. Survey the room slowly. Deadpan.]
Today we discuss a glorious achievement of the People: we got Communist Nerves... before GTA 6. (lol.)
[Tap the title. Pause for the laugh.]
Time check: this is slide 1 of ~19 in 20 minutes. Move on within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at the title. Look concerned. Almost mournful.]
Comrades... the camera has no GPU.
[Beat.]
It is a loyal camera. Built by the People. But its silicon is humble.
[Drop accent slightly — quick technical aside.]
Real talk: this is the use case. Nerves device on the edge needs to do inference. It can't. Some other node — maybe a beefy tower in the corner of the construction site — can. We want one line of Elixir to make that happen.
[Back into character.]
ONE LINE. No Kubernetes. No AWS. No DevOps Politburo. Only the mesh.
Time: ~60s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[Hold up an imaginary scroll. Read with great solemnity.]
The People's Compute Manifesto. Six articles. Memorize them.
[Read I and II in full character. Pause for laugh on 'many supervisors'.]
[Article III: gesture vaguely toward the audience like NAT is in the room.]
[On Article VI — drop voice, lean into mic — 'The state will wither away. The GenServer... will not.' Long beat.]
Time: ~90s. Don't rush — these are the slogans we'll callback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[Drop into briefing voice — like you're showing a battle map.]
Comrades. These devices do not deploy in clean datacenters with shiny racks. They deploy on construction sites. On boats. In greenhouses where the wifi must travel 600 meters past a coffee shop.
[Quick technical aside, slightly drop accent.]
This is the real constraint set: low reliability, no guaranteed central server, partitions are normal not exceptional, NAT everywhere, zero-config is non-negotiable.
[Back in character.]
And yet, the Party demands they perform.
Time: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 up like presenting ration cards.]
These are the resources of a typical Nerves comrade. Half a gig of RAM. Four gigs of flash, forever. Zero GPUs. And an uplink that depends on the wind.
[Beat. Small smile.]
Cloud? In this economy?
[Pause for laugh.]
[Drop accent for one beat.]
Real point: the per-device hardware is fixed and small, but at the network level, idle compute is everywhere. Most boards are at 5% CPU most of the time. That's the surplus.
Time: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[Gesture at the diagram disapprovingly.]
Behold. The Old Regime. The Cloud Kulak Command Economy.
[Trace the flow downward, slowly.]
At the top: the Cloud Politburo. Beneath it: the Orchestrator, with its forty-seven YAML files. Beneath THAT: the ministries. Auth. Service Discovery. Observability — the Bureau That Watches.
[Point to bottom row.]
And here, in the field — our comrades — fill out form 27-B and wait for permission to do compute.
[Drop accent: real talk.]
This is real. Most edge architectures still assume a stable cloud control plane. On a construction site, you don't have one. We need a different shape.
Time: ~90s.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[Slow it down. This is the technical thesis.]
[Drop the accent for most of this slide. Sahil-the-engineer voice.]
Most 'edge mesh' work is service discovery — find a thing by name, talk HTTP. That throws away half of what makes BEAM special: links, monitors, supervisors, the fact that processes are first-class.
We want capability-based execution. Not 'find a service' — but 'run this lambda on any node that has these capabilities.' OTP semantics travel with the call.
[Pop back into character for the close.]
We do not seek a service. We seek a comrade who can DO. There is a difference.
Time: ~90s.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[Theatrical pause. Look at the slide. Look at the audience.]
This is not Kubernetes.
[Pause.]
This is worse.
[Longer pause. Audience laughs.]
...I mean better.
[Wait for laugh, then move on.]
This is the moment to remind them: we are not pitching another orchestrator. We're pitching less infrastructure, not more.
Time: ~30s. This is a punchline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[Walk left to right with the steps. One sentence per box.]
1. ADVERTISE — every node tells the mesh what it has.
2. DISCOVER — peers find each other via mDNS locally, DHT/rendezvous globally, gossip in between.
3. ROUTE — when a capability is requested, the mesh matches it to a comrade.
4. EXECUTE — Network.spawn ships the function over.
5. RETURN — and crucially, your monitors and links survive the hop.
[Land the punchline.]
We call it 'Our Compute.' Like BitTorrent, but for BEAM. Like CDN, but for capabilities.
Time: ~80s.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[Walk through the map, gestural — tap each node.]
Five comrades. CAM-01 has the camera. GPU-04 has the tower. RELAY-A is bridging BLE and WebRTC. SENSOR-09 has the air-quality probe. ARCHIVE has the storage.
[Drop accent for the technical bit.]
Note the dashed line: CAM-01 cannot talk to GPU-04 directly because of NAT. So we route through RELAY-A. Each edge has its own transport. The mesh is sparse — not everyone connects to everyone — and that's intentional, because we don't have the bandwidth for a full mesh.
[Back in character.]
Below: the CRDT registry. Every comrade knows what every comrade can do. There is no central directory. There is only... us.
Time: ~100s.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[Hold up index finger like a stern bureaucrat.]
You do not pick the comrade, comrade. The Ministry picks. You only state the need.
[Drop accent.]
Real version: capability matching is the easy part. The selection function is the interesting part. We score by liveness, load, locality, transport cost, affinity. And yes, we have an override — sometimes you really do need to pin.
[Back in character, point at 'Politburo override'.]
Note: even in a flat society, sometimes the Politburo just decides.
Time: ~80s.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[Speed up — this is dense.]
[Mostly out of character — this is the credibility slide.]
Goal: Node.spawn, :rpc.call, :rpc.cast, monitors, links — they just work. If you've written distributed Elixir, you've already written this.
Caveats are real: latency is honest (BLE is BLE), and you can't ship a 4GB tensor over Bluetooth no matter how revolutionary your spirit. mTLS replaces cookies. Net splits are normal — your supervision tree must expect them.
[One in-character beat at the end:]
Workers of the world — spawn.
Time: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[Hold up the slide like a personnel folder.]
We did not build a scheduler from scratch. We hired a comrade. His name is Horde.
[Drop accent — credit where due.]
Horde gives us a distributed supervisor and registry over delta-CRDTs. We keep that. What we patch: the transport layer — Horde assumes libcluster; we want it transport-agnostic. And we plug in our own DistributionStrategy that picks nodes by capability, not by hash.
[In-character close.]
Comrade Horde does the work of the Politburo. We just tell him what we need.
Time: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[Lean in like you're sharing forbidden knowledge.]
NAT, comrades, is landlordism for packets. It charges rent on the address space and lets nothing in without permission.
[Drop accent.]
Discovery side: mDNS for the same LAN, DHT or rendezvous for wide-area, gossip for membership liveness. Transport side: real BEAM dist if we can, WebRTC with STUN/TURN if we can't, BLE for that comrade in the basement.
Key idea: a single message may traverse three different transports. Partisan-style sparse mesh — we don't need every node to talk to every node.
Time: ~85s.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[Stoic. Like delivering bad news the Party already knew was coming.]
Partition happens. The revolution continues.
[Walk the three columns left to right.]
[T0] Stable: registry converged, routing is good.
[T1] Partition: half the mesh vanishes. Heartbeats fail. We don't pretend we still see those comrades — we mark them stale.
[T2] Heal: gossip rediscovers, delta-CRDTs reconcile, monitors fire :DOWN as appropriate. We aim for ≤ 30 seconds.
[Bottom row, briskly.]
Tools: ACKs, retries with jitter, idempotency, dedupe, priority lanes, circuit breakers. Standard distributed-systems hygiene.
Time: ~80s.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[Stand straight. Hands behind back. Read like a Party announcement.]
The Five-Year Plan.
[Read each year, deadpan.]
Year One: mDNS and libp2p discovery — DONE.
Year Two: delta-CRDT capability registry — IN PROGRESS.
Year Three: NAT traversal — PATCHING. (Always patching.)
Year Four: the demo works. Once.
[Pause.]
Year Five: we call it research.
[Wait for laugh. This is a callback to the running gag.]
Time: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[Hold up the memo. Look serious.]
Six items still under deliberation. The Politburo invites challenge.
[Walk the audience through each in two sentences. Drop accent, this is a real ask for collaboration.]
Identity: trust bootstrap is the hardest one. Versioning: BEAM term compat is generous but not infinite. Security: yes, capability-based remote spawn is also a great attack surface, we know. Latency: P95 &lt; 100ms is a goal, not a guarantee, when BLE is involved. Capability compat: there is no schema yet. Observability: tracing across transports is open.
[Back in character.]
If you have answers, comrade — the door is open.
Time: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[If demo runs live: skip into the boards. Show, don't tell.]
[If demo does NOT run: stay on this slide and narrate the storyboard. The crowd will be in on the joke.]
Walk the four panels:
01 Boot — boards advertise capabilities.
02 Frame — camera spawns.
03 Route — Ministry picks GPU-04, route via relay because NAT.
04 Run — inference returns, monitors fire cleanly.
[If failure: deadpan.]
It appears we are experiencing a partition. The revolution continues.
Time: ~60-90s depending on whether you go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[Land both feet. Salute. Drop salute.]
Confiscate the means of inference, comrades.
[Pause.]
[Drop the accent fully. Sahil voice.]
Real talk to close: the communist framing is satire. The distributed-systems work is real. I'm patching Horde to be transport-agnostic, layering capability-based scheduling on top of CRDT-replicated registries, and wiring it onto Nerves hardware in the field.
Also — and this is important — I still need a job.
[Wait for laugh.]
If anyone here is hiring distributed-systems engineers, or wants to collaborate on Communist Nerves, I'd love to talk. Find me at the after-party. I'll be the one in the hat.
Thank you, comrades.
[Salute. Hold. Walk off.]
Time: ~60s. Buffer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sessionize.com/s/sahil-pohare/we-got-communist-nerves-before-gta-6-lol/169126" TargetMode="External"/><Relationship Id="rId2" Type="http://schemas.openxmlformats.org/officeDocument/2006/relationships/hyperlink" Target="https://2025.goatmire.com" TargetMode="External"/><Relationship Id="rId3" Type="http://schemas.openxmlformats.org/officeDocument/2006/relationships/hyperlink" Target="https://alembic.com.au/blog/goatmire-nervesconf-2025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914400"/>
            <a:ext cx="7315200" cy="45720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1463040"/>
            <a:ext cx="3291840" cy="3291840"/>
          </a:xfrm>
          <a:prstGeom prst="ellipse">
            <a:avLst/>
          </a:prstGeom>
          <a:solidFill>
            <a:srgbClr val="8B1E1E"/>
          </a:solidFill>
          <a:ln w="50800">
            <a:solidFill>
              <a:srgbClr val="C8A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8335" y="1645920"/>
            <a:ext cx="2926080" cy="2926080"/>
          </a:xfrm>
          <a:prstGeom prst="ellipse">
            <a:avLst/>
          </a:prstGeom>
          <a:ln w="12700">
            <a:solidFill>
              <a:srgbClr val="C8A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85455" y="14630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OFFICIAL BRIEFING — COMMITTEE OF DISTRIBUTED AFFAIRS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GOT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COMMUNIST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NERVES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GTA 6 lol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"From each according to capability, to each according to need."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UNLESS timeout: 5000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6858000" cy="914400"/>
          </a:xfrm>
          <a:prstGeom prst="rect">
            <a:avLst/>
          </a:prstGeom>
          <a:solidFill>
            <a:srgbClr val="F4ECD8"/>
          </a:solidFill>
          <a:ln w="25400">
            <a:solidFill>
              <a:srgbClr val="C8A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486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COMRADE GENERAL  SAHIL POHARE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Officer, People's Compute  ·  GOATMIRE / NervesConf EU 2025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-600000">
            <a:off x="9082735" y="534924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600000">
            <a:off x="9128455" y="539496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-600000">
            <a:off x="9082735" y="5349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SECRET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REPORT 001  //  COMRADES, A SITUATION HAS DEVELOPED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02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COMRADES, THE CAMERA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 NO GPU.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 a small camera. A loyal camera. A Nerves camera.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it cannot, in good conscience, run YOLOv8 on its own.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150876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11064240" cy="164592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 — comrade@people.compute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Network.spawn([gpu: true], fn -&gt; infer(frame) end)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LINE. NO SERVERS. NO ORCHESTRATORS. NO CLOUD. NO YAML.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Somewhere in the mesh, a comrade has a GPU. We will find them.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-480000">
            <a:off x="9174175" y="64008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480000">
            <a:off x="9219895" y="68580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-480000">
            <a:off x="9174175" y="640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FOUNDING DOCUMENT  //  RATIFIED BY THE CENTRAL COMMITTEE OF SCHEDULERS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03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PEOPLE'S COMPUTE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MANIFESTO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each according to capability, to each according to need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unless timeout: 5000.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880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 shall be no master. No manager. Except supervisors. Many supervisors.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 is landlordism for packets. We hole-punch through it.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cloud is a foreign rentier class. We seize the means of inference.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6634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Workers of the world — spawn.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52578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state will wither away. The GenServer will not.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rot="-480000">
            <a:off x="9082735" y="64008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480000">
            <a:off x="9128455" y="68580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 rot="-480000">
            <a:off x="9082735" y="640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RATIFIED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BRIEFING 002  //  THE BATTLEFIELD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04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DOSSIER  //  OPERATIONAL ENVIRONMENT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Field Is Hostile, Comrade.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Nerves devices do not deploy in your spherical air-conditioned datacenter.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OUR DEVICES SERVE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530352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03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Construction sites with one angry router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Boats. Yes. Boats.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Greenhouses 600m from a coffee shop's wifi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Industrial sheds with EMC mood swings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A van. Always a van.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ENDURE FOR THE PARTY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779776"/>
            <a:ext cx="530352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803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No guaranteed central server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Network partitions (daily, sometimes hourly)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NAT, double-NAT, triple-NAT, despair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Dynamic topology — comrades come and 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Zero-config or it does not ship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360000">
            <a:off x="8991295" y="64008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360000">
            <a:off x="9037015" y="68580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 rot="360000">
            <a:off x="8991295" y="640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FIELD-RATED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 BULLETIN 003  //  RATIONING NOTICE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05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BREADLINE FOR GPU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Cloud? In this economy?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697480" cy="219456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77440"/>
            <a:ext cx="2697480" cy="41148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RATION — 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512 MB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with the kernel, comrade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0712" y="2377440"/>
            <a:ext cx="2697480" cy="219456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2377440"/>
            <a:ext cx="2697480" cy="41148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3502152" y="2377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RATION — FLASH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02152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GB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547872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your forever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2377440"/>
            <a:ext cx="2697480" cy="219456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2377440"/>
            <a:ext cx="2697480" cy="41148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2377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RATION — GPU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4224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6409944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 your neighbor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34856" y="2377440"/>
            <a:ext cx="2697480" cy="219456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856" y="2377440"/>
            <a:ext cx="2697480" cy="41148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9226296" y="2377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RATION — UPLINK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26296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3G…ish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272016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a hat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CLOUD CHARGES PER TOKEN. THE FIELD CHARGES PER MINUTE OF UPLINK.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we look around. Comrade, what compute do YOU have idle right now?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REVIEW  //  THE OLD REGIME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06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REGIME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Cloud Kulak Command Economy.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ministry. Many forms. The peasants wait.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017520" cy="640080"/>
          </a:xfrm>
          <a:prstGeom prst="rect">
            <a:avLst/>
          </a:prstGeom>
          <a:solidFill>
            <a:srgbClr val="8B1E1E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POLITBURO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2743200"/>
            <a:ext cx="4297680" cy="548640"/>
          </a:xfrm>
          <a:prstGeom prst="rect">
            <a:avLst/>
          </a:prstGeom>
          <a:solidFill>
            <a:srgbClr val="5C0F0F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743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ORCHESTRATOR — 47 YAML FILES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MINISTRY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DISCOVERY DEPT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OBSERVABILITY BUREAU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246888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231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951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383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FIELD 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for permission to do compute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5740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5740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5740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9204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0936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2668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2668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2668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14400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14400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4400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56132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6132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56132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56132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 is when you abolish servers by creating 47 more YAML files.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 rot="-480000">
            <a:off x="9082735" y="82296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480000">
            <a:off x="9128455" y="86868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 rot="-480000">
            <a:off x="9082735" y="822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COUNTER-REV.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DOCTRINE  //  WHAT IS NEW HERE, COMRADE?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07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DIALECTICAL MATERIALISM OF DISTRIBUTED SYSTEMS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service discovery. OTP, redistributed.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Capability-based execution with native BEAM semantics — not mDNS with extra steps.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5257800" cy="393192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68880"/>
            <a:ext cx="5257800" cy="457200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688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WAY — SERVICE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'Find me a service named gpu-worker'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HTTP / gRPC. JSON over the wire.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Sidecars. Service mesh. TLS. More YAML.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Lose: links, monitors, supervisors,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selective receive — half of OTP.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Capability is a string. Hope it's right.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2468880"/>
            <a:ext cx="5257800" cy="393192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468880"/>
            <a:ext cx="52578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4688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PEOPLE'S WAY — CAPABILITY EXECUTION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10896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'Run THIS function on a node with gpu: true'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Native :rpc / Node.spawn semantics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Links + monitors + supervisors travel with you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Capabilities are structured: [gpu: 128, ram: 512]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CRDT-replicated registry of who-has-what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The mesh decides. You wrote one line.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08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 rot="-180000">
            <a:off x="-1828800" y="1371600"/>
            <a:ext cx="15849295" cy="146304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NOT KUBERNETES.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WORSE.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MEAN BETTER.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"You wouldn't download a GPU. Actually, with BEAM, maybe you would."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480000">
            <a:off x="9265615" y="502920"/>
            <a:ext cx="2651760" cy="777240"/>
          </a:xfrm>
          <a:prstGeom prst="rect">
            <a:avLst/>
          </a:prstGeom>
          <a:ln w="38100">
            <a:solidFill>
              <a:srgbClr val="C8A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480000">
            <a:off x="9311335" y="548640"/>
            <a:ext cx="2560320" cy="685800"/>
          </a:xfrm>
          <a:prstGeom prst="rect">
            <a:avLst/>
          </a:prstGeom>
          <a:ln w="12700">
            <a:solidFill>
              <a:srgbClr val="C8A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480000">
            <a:off x="9265615" y="502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DECLASSIFIED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 SKETCH  //  HOW THE PEOPLE'S COMPUTE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09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ADVERTISE  &gt;  DISCOVER  &gt;  ROUTE  &gt;  EXECUTE  &gt;  RETURN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verbs. No central authority. Yes — that is the joke and it is also the architecture.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ADVERTISE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Network.advertise(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128,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storage: 512])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the mesh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have.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267919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17" name="Shape 15"/>
          <p:cNvSpPr/>
          <p:nvPr/>
        </p:nvSpPr>
        <p:spPr>
          <a:xfrm>
            <a:off x="288036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DISCOVER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mDNS / DHT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Rendezvous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libp2p gossip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peers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locally + globally.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01091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ROUTE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capability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pick comrade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(load, distance)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capability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a comrade.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734263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31" name="Shape 29"/>
          <p:cNvSpPr/>
          <p:nvPr/>
        </p:nvSpPr>
        <p:spPr>
          <a:xfrm>
            <a:off x="754380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EXECUTE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Network.spawn(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true],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 -&gt; ... end)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2668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the function.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OTP rides along.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5400000">
            <a:off x="967435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38" name="Shape 36"/>
          <p:cNvSpPr/>
          <p:nvPr/>
        </p:nvSpPr>
        <p:spPr>
          <a:xfrm>
            <a:off x="987552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7552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RETURN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1268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| {:exit, _}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monitors, links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 along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05840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43" name="Text 41"/>
          <p:cNvSpPr/>
          <p:nvPr/>
        </p:nvSpPr>
        <p:spPr>
          <a:xfrm>
            <a:off x="1001268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returns.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survive.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983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"OUR COMPUTE"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BitTorrent for BEAM. Capability-aware. Monitor-friendly. No coordinator.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MAP  //  THE PEOPLE'S COMPUTE MESH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10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SPARSE MESH, DENSE IDEOLOGY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comrades. No king. Three transports. Two relays. One CRDT.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25980" y="3177540"/>
            <a:ext cx="2377440" cy="109728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4620" y="365302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12" name="Text 10"/>
          <p:cNvSpPr/>
          <p:nvPr/>
        </p:nvSpPr>
        <p:spPr>
          <a:xfrm>
            <a:off x="2674620" y="36530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4503420" y="2263140"/>
            <a:ext cx="2103120" cy="201168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4900" y="310438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15" name="Text 13"/>
          <p:cNvSpPr/>
          <p:nvPr/>
        </p:nvSpPr>
        <p:spPr>
          <a:xfrm>
            <a:off x="4914900" y="31043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WebRTC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V="1">
            <a:off x="2125980" y="2263140"/>
            <a:ext cx="4480560" cy="914400"/>
          </a:xfrm>
          <a:prstGeom prst="line">
            <a:avLst/>
          </a:prstGeom>
          <a:noFill/>
          <a:ln w="19050">
            <a:solidFill>
              <a:srgbClr val="1B191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726180" y="223570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18" name="Text 16"/>
          <p:cNvSpPr/>
          <p:nvPr/>
        </p:nvSpPr>
        <p:spPr>
          <a:xfrm>
            <a:off x="3726180" y="22357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direct)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06540" y="2263140"/>
            <a:ext cx="4572000" cy="45720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2460" y="232714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21" name="Text 19"/>
          <p:cNvSpPr/>
          <p:nvPr/>
        </p:nvSpPr>
        <p:spPr>
          <a:xfrm>
            <a:off x="8252460" y="23271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BEAM/dist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03420" y="4274820"/>
            <a:ext cx="5029200" cy="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7940" y="420166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24" name="Text 22"/>
          <p:cNvSpPr/>
          <p:nvPr/>
        </p:nvSpPr>
        <p:spPr>
          <a:xfrm>
            <a:off x="6377940" y="42016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gossip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9532620" y="2720340"/>
            <a:ext cx="1645920" cy="155448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15500" y="333298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33329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WebRTC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80160" y="274320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27889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CAM-01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31546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(no GPU)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1828800"/>
            <a:ext cx="1691640" cy="868680"/>
          </a:xfrm>
          <a:prstGeom prst="rect">
            <a:avLst/>
          </a:prstGeom>
          <a:solidFill>
            <a:srgbClr val="C8A23A"/>
          </a:solidFill>
          <a:ln w="25400">
            <a:solidFill>
              <a:srgbClr val="1B19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GPU-04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2240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Tower (GPU 128)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384048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2E2A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RELAY-A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0" y="4251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Relay (BLE / WebRTC)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384048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0" y="4251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BME680 + LoRa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332720" y="228600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2E2A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2331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32720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512G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5212080"/>
            <a:ext cx="6400800" cy="105156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23036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CRDT REGISTRY (replicated to all comrades)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5486400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GPU-04   =&gt; [gpu: 128, ram: 16384, role: :worker]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  =&gt; [storage: 512, role: :archive]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RELAY-A  =&gt; [transport: [:ble, :webrtc], role: :relay]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5212080"/>
            <a:ext cx="4434840" cy="105156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523036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LEGEND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69480" y="548640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 gold node = capability provider (GPU)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── solid line = active transport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┄ dashed line = blocked by NAT (use relay)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MINISTRY OF ROUTING  //  CAPABILITY -&gt; NODE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11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MINISTRY OF ROUTING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"You request the work; the Ministry assigns the comrade."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852160" cy="420624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5852160" cy="164592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 — comrade@people.compute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54864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Network.spawn(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true, ram: &gt;= 8192],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 -&gt; infer(frame) end,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prefer: [near: :self, low_load: true],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5000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behind the curtain: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Registry.match([gpu: true, ram: {:gte, 8192}])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candidates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filter_alive()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sort_by(&amp;score(&amp;1, prefer))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List.first()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Node.spawn_link(best, fn -&gt; infer(frame) end)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— IDEOLOGICALLY CORRECT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139696"/>
            <a:ext cx="484632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233172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Capability match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2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/ range / 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834640"/>
            <a:ext cx="4846320" cy="4572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 &lt; 2s ago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333756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9828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is better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840480"/>
            <a:ext cx="4846320" cy="4572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982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subnet &gt; relay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434340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Transport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9828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 &gt; WebRTC &gt; 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4846320"/>
            <a:ext cx="4846320" cy="4572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Affinity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846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 to last good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534924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Politburo override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98280" y="5349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[:pinned, node]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INTEROPERABILITY  //  THE BEAM IS THE MOTHERLAND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12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 BEAM  //  NOT JUST AN RPC 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Workers of the world — spawn.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Node.spawn, :rpc.call/cast, monitors, links — they all just work.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WORKS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548640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Node.spawn/2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a fun, get a pid 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:rpc.call/4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synchronous, with timeout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:rpc.cast/4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 and forget, comrade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Process.monitor/1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:DOWN messages cross the mesh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Process.link/1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survive the relay hop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GenServer.call/cast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wraps to capability-routed pid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selective receive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yes, even over WebRTC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377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CAVEATS — IDEOLOGICAL DEVIATIONS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2688336"/>
            <a:ext cx="530352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 hop = honest 200-400ms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terms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244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no, you cannot send a 4GB tensor over 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Cookies/auth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replaced with mTLS + node identity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 split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:nodedown is normal, not exceptional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Hot upgrade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9244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versioning is open question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 Erlang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92440" y="4617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tunnel — full TCP not assumed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46520" y="4983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9244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per-pair FIFO, not global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PERSONNEL FILE  //  COMRADE SCHEDULER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13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COMRADE SCHEDULER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Horde — but make it ideological.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EFE6CE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DOSSIER  //  HORDE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Horde (open source, by GenericJam et al.)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Supervisor + Registry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Backbone: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429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delta-CRDTs over membership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keep: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 semantics, supervisor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patch: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layer (default = libcluster)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Add: strategy: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capability-based DistributionStrategy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Add: identity: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transport-agnostic node identity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828800"/>
            <a:ext cx="5349240" cy="42976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828800"/>
            <a:ext cx="5349240" cy="164592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828800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 — comrade@people.compute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057400"/>
            <a:ext cx="49834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defmodule PeoplesStrategy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@behaviour Horde.DistributionStrategy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choose_node(child_spec, members)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caps = required_capabilities(child_spec)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Enum.filter(&amp;matches?(&amp;1, caps))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Enum.sort_by(&amp;score/1)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List.first()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case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nil   -&gt; {:error, :no_comrade}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  -&gt; {:ok, node}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ENEMIES OF THE PEOPLE  //  THE NAT BOURGEOISIE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14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NAT BOURGEOISIE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 is landlordism for packets. We hole-punch through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— HOW WE FIND COMRADES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31136"/>
            <a:ext cx="1106424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31720"/>
            <a:ext cx="3520440" cy="114300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mDNS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788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LAN, instant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(zero-config locally)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2331720"/>
            <a:ext cx="3520440" cy="114300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DHT / Kademlia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2788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wide-area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rendezvous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331720"/>
            <a:ext cx="3520440" cy="114300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Gossip + heartbeat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2788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liveness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TRANSPORT — HOW WE TALK ANYWAY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68496"/>
            <a:ext cx="1106424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069080"/>
            <a:ext cx="3520440" cy="13258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33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BEAM dist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you're lucky: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nodes on TCP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4069080"/>
            <a:ext cx="3520440" cy="13258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133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WebRTC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STUN + 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 traversal,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browser-friendly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4069080"/>
            <a:ext cx="3520440" cy="13258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4133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comrade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basement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no wifi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EFE6CE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example:   BEAM  &lt;-- WebRTC --&gt;  BEAM  &lt;-- BLE --&gt;  BEAM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REPORT 042  //  RELIABILITY UNDER PARTITION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15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PARTITION HAPPENS.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REVOLUTION CONTINUES.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520440" cy="3108960"/>
          </a:xfrm>
          <a:prstGeom prst="rect">
            <a:avLst/>
          </a:prstGeom>
          <a:solidFill>
            <a:srgbClr val="EFE6CE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86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T0 — STABLE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All comrades visible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CRDT registry converged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Routing optimal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Heartbeats ~200ms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2194560"/>
            <a:ext cx="3520440" cy="3108960"/>
          </a:xfrm>
          <a:prstGeom prst="rect">
            <a:avLst/>
          </a:prstGeom>
          <a:solidFill>
            <a:srgbClr val="F4D9D9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286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T1 — PARTITION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78892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Half the mesh disappears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Heartbeats fail (&gt;2s)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Local registry stales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Calls re-route or fail-fast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2194560"/>
            <a:ext cx="3520440" cy="3108960"/>
          </a:xfrm>
          <a:prstGeom prst="rect">
            <a:avLst/>
          </a:prstGeom>
          <a:solidFill>
            <a:srgbClr val="E0F0DD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286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T2 — HEAL (≤30s)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8892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Gossip rediscovers peers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Delta-CRDTs reconcile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Pending casts retry once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Monitors fire :DOWN as needed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RELIABILITY ARSENAL: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5486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ACKs · retries with jitter · idempotency keys · per-call dedupe · priority lanes · circuit breakers · TTLs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 PLANNING DOCUMENT  //  THE FIVE-YEAR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16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FIVE-YEAR PLAN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Productivity targets, ratified by the Central Committee. Schedule is aspirational.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1064240" cy="6858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03120"/>
            <a:ext cx="1463040" cy="6858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1031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mDNS + libp2p discovery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35440" y="2267712"/>
            <a:ext cx="2194560" cy="3657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22677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1064240" cy="6858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80360"/>
            <a:ext cx="1463040" cy="6858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80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28803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delta-CRDT capability registry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3044952"/>
            <a:ext cx="2194560" cy="36576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30449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11064240" cy="6858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57600"/>
            <a:ext cx="1463040" cy="6858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6576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36576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 traversal — STUN/TURN/relay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235440" y="3822192"/>
            <a:ext cx="2194560" cy="36576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3822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PATCHING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064240" cy="6858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434840"/>
            <a:ext cx="1463040" cy="6858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34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94560" y="44348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works ONCE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35440" y="4599432"/>
            <a:ext cx="2194560" cy="365760"/>
          </a:xfrm>
          <a:prstGeom prst="rect">
            <a:avLst/>
          </a:prstGeom>
          <a:solidFill>
            <a:srgbClr val="6E665A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45994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212080"/>
            <a:ext cx="1463040" cy="6858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212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194560" y="52120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it research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235440" y="5376672"/>
            <a:ext cx="2194560" cy="365760"/>
          </a:xfrm>
          <a:prstGeom prst="rect">
            <a:avLst/>
          </a:prstGeom>
          <a:solidFill>
            <a:srgbClr val="6E665A"/>
          </a:solidFill>
          <a:ln/>
        </p:spPr>
      </p:sp>
      <p:sp>
        <p:nvSpPr>
          <p:cNvPr id="39" name="Text 37"/>
          <p:cNvSpPr/>
          <p:nvPr/>
        </p:nvSpPr>
        <p:spPr>
          <a:xfrm>
            <a:off x="9235440" y="5376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ETERNAL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 MEMO  //  OPEN QUESTIONS FROM THE POLITBURO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17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QUESTIONS FROM THE POLITBURO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Items still under deliberation. We invite challenge from the comrade audience.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440680" cy="128016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20240"/>
            <a:ext cx="96012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920240"/>
            <a:ext cx="27432" cy="12801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20240"/>
            <a:ext cx="960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2423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Per-node mTLS is fine. But how do nodes earn trust? Who signs?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920240"/>
            <a:ext cx="5440680" cy="128016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920240"/>
            <a:ext cx="96012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920240"/>
            <a:ext cx="27432" cy="12801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920240"/>
            <a:ext cx="960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2423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comrades run different module versions? Beam term-compat is generous, not infinite.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5440680" cy="128016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37560"/>
            <a:ext cx="96012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3337560"/>
            <a:ext cx="27432" cy="12801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37560"/>
            <a:ext cx="960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91640" y="38404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 the spawned fun? Capability-based code execution is a nice attack surface too.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337560"/>
            <a:ext cx="5440680" cy="128016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337560"/>
            <a:ext cx="96012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3337560"/>
            <a:ext cx="27432" cy="12801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337560"/>
            <a:ext cx="960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1520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 BUDGETS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8404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P95 &lt; 100ms when half the path is BLE? Define 'fine.'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5440680" cy="128016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754880"/>
            <a:ext cx="96012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4754880"/>
            <a:ext cx="27432" cy="12801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754880"/>
            <a:ext cx="960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691640" y="4892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 COMPAT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691640" y="52578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[gpu: true] is not a standard. Who owns the schema? Where is the ontology?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72200" y="4754880"/>
            <a:ext cx="5440680" cy="128016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4754880"/>
            <a:ext cx="96012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0" y="4754880"/>
            <a:ext cx="27432" cy="12801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4754880"/>
            <a:ext cx="960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15200" y="4892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0" y="52578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 across transports — single trace context, or stitched per hop?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EXERCISE  //  THREE COMRADES, ONE 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18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STORYBOARD — FIELD EXERCISE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Nerves devices. One GPU-ish comrade. One sensor. One relay. One frame.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boards power up.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mDNS chatter begins.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 advertised: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CAM-01 [camera: true]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GPU-04 [gpu: 128]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RELAY-A [relay: true]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4787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CAM-01 captures a frame.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Network.spawn(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true],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 -&gt; infer(frame) end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8251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Ministry of Routing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GPU-04.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path blocked (NAT).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via RELAY-A: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 -&gt; WebRTC.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9264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1715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GPU-04 runs inference.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{:label, :forklift}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the same path.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Monitors fire cleanly.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demo fails live: it is a partition. The revolution continues. We move to slide 19.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19 / 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 rot="-120000">
            <a:off x="-914400" y="548640"/>
            <a:ext cx="14020495" cy="128016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CONFISCATE THE MEANS OF INFERENCE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3291840"/>
          </a:xfrm>
          <a:prstGeom prst="rect">
            <a:avLst/>
          </a:prstGeom>
          <a:solidFill>
            <a:srgbClr val="F4ECD8"/>
          </a:solidFill>
          <a:ln w="25400">
            <a:solidFill>
              <a:srgbClr val="C8A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 THIS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52120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One line:  Network.spawn(caps, fn -&gt; ... end)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Capability-routed, not name-routed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OTP semantics ride along (links, monitors)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Sparse mesh + multi-transport (WebRTC, BLE)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Horde + delta-CRDT, transport-agnostic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The state withers. The GenServer endures.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49240" cy="3291840"/>
          </a:xfrm>
          <a:prstGeom prst="rect">
            <a:avLst/>
          </a:prstGeom>
          <a:solidFill>
            <a:srgbClr val="C8A23A"/>
          </a:solidFill>
          <a:ln w="25400">
            <a:solidFill>
              <a:srgbClr val="F4E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ALSO — I STILL NEED A JOB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5120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communist bit was satire.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distributed-systems work is real.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am Sahil Pohare — I build distributed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Elixir / Nerves / OTP systems for a living,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I would like to keep doing that.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Looking for: collaborators on Communist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Nerves, contracts, full-time roles.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4ECD8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WORKERS OF THE WORLD — SPAWN.   //   talk repo, slides, &amp; contact:  goatmire / nervesconf 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2453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</a:t>
            </a:r>
            <a:pPr algn="ctr" indent="0" marL="0">
              <a:buNone/>
            </a:pPr>
            <a:r>
              <a:rPr lang="en-US" sz="1000" u="sng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Sessionize abstract</a:t>
            </a:r>
            <a:pPr algn="ctr"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pPr algn="ctr" indent="0" marL="0">
              <a:buNone/>
            </a:pPr>
            <a:r>
              <a:rPr lang="en-US" sz="1000" u="sng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GOATMIRE 2025</a:t>
            </a:r>
            <a:pPr algn="ctr"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pPr algn="ctr" indent="0" marL="0">
              <a:buNone/>
            </a:pPr>
            <a:r>
              <a:rPr lang="en-US" sz="1000" u="sng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Alembic blog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got Communist Nerves before GTA 6 lol</dc:title>
  <dc:subject>PptxGenJS Presentation</dc:subject>
  <dc:creator>Sahil Pohare (Comrade General)</dc:creator>
  <cp:lastModifiedBy>Sahil Pohare (Comrade General)</cp:lastModifiedBy>
  <cp:revision>1</cp:revision>
  <dcterms:created xsi:type="dcterms:W3CDTF">2026-04-29T14:19:11Z</dcterms:created>
  <dcterms:modified xsi:type="dcterms:W3CDTF">2026-04-29T14:19:11Z</dcterms:modified>
</cp:coreProperties>
</file>